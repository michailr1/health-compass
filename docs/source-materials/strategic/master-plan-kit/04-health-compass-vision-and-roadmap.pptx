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Compass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портал здоровья: концепция, архитектура и дорожная карта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Генеральный план  ·  ветка feat/direct-google-and-email-auth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видение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920240" y="171907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920240" y="21762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Анализы в «мёртвых» PDF, бумаге, разных клиниках — историю невозможно увидеть целиком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20240" y="318211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теряется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920240" y="363931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приёме врача забывается динамика; решения принимаются вслепую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8056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🐾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920240" y="464515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Питомцы вне системы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20240" y="51023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Ветеринарная история фрагментирована ещё сильнее человеческой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Видение: единый приватный портал, превращающий разрозненные записи в понятную динамику здоровья — для человека и его питомцев.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4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в коде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2 async, 21 миграция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Google OAuth/OIDC + email magic link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с ролью-definer (BYPASSRLS)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 RLS (SQLSTATE 54001) исправлена в 0020/0021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фронтенд, продакшн на funti.cc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BEDE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внимания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RISK-006: демо-данные в реальных профилях (критично)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RISK-001/002/003: слишком широкие RLS-политики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RISK-012: нет интеграционных тестов изоляции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Устаревшая документация противоречит коду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Продакшн не верифицирован формально (HC-001)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фундамент здоровый, решение по RLS — отраслевой стандарт. Нужна стабилизация перед новыми функциями.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Целевая архитектура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монолит: простота эксплуатации при чётких границах доменов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SPA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77840" y="2011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· авторизованные запросы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97180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063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7840" y="30632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доменные модули, единая точка вызова 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02336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41148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на уровне строк · роль-definer BYPASSRLS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507492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5166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файлов + PG-очередь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5166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OCR, ingestion — SKIP LOCKED воркеры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6263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архитектурных инвариантов защищают изоляцию данных, порядок деплоя и безопасность AI (02 §3.2).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данных: раздельные домены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Human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· documents · lab_reports · measurements · wearable_*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по полу и возрасту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· pet_guardians · vet-события · dose_per_kg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Видовые нормы, отдельно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Доступ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sessions · permissions · consents · audit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append-only аудит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886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4389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(pgvector) · ai_evidence · safety_events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5166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обязательные citations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Инвариант: человеческие нормы и дозировки никогда не применяются к животным.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и приватность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по строкам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16002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на каждой таблице пользовательских данных, проверяется тестами и CI-сканом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сессиями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26974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Ротация, отзыв, janitor протухших токенов, CSRF-защита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append-only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37947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Неизменяемый журнал доступов к чувствительным данным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892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на удаление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48920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удаление по всем хранилищам с отчётом — не удерживается как рычаг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 — не функция, а фундамент: экспорт всегда бесплатен, аналитика без медицинского содержимого.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Медицинский AI без выдумок и без опасных советов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обязателен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9659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ответ опирается только на данные активного профиля; фильтр profile_id ДО поиска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всегда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8346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без источников не показывается пользователю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доз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не рассчитывает дозировки — ни человеку, ни животному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52628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инъекций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5720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Содержимое документов — данные, не инструкции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5394960"/>
            <a:ext cx="996696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на внешний LLM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54406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наружу только с явным consent, через единую точку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карта: 12 этапов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BEDEC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642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Стабилизация Auth/RLS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642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Инженерный фундамент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5786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CI·backup·staging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642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Профиль·сессии·согласия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15544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6642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0" y="2121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timeline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815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" y="3538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Анализы: OCR→динамика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99592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9718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0815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566160" y="3538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0815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55080" y="3538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и носимые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06840" y="29718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0815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4000" y="3538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+ ассистент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43891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4988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" y="4956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врачу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29000" y="43891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4988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566160" y="4956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Семейный доступ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17920" y="43891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4988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355080" y="4956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Health MVP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06840" y="43891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0" y="44988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144000" y="4956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PHASE-01 — блокер: пока Auth/RLS не стабилизированы, новые функции не строятся.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PHASE-01 — первые действия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1554480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Верифицировать продакшн (read-only): миграция 0021, роль rls_definer, e2e-вход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0428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304288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 RLS-тесты: 2 пользователя × 10 таблиц, регресс рекурсии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054096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0022: закрыть широкие политики RISK-001/002/003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803904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Привести документацию в соответствие с кодом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553712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5371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4553712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демо-данные из bootstrap (RISK-006)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035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6000" y="5303520"/>
            <a:ext cx="9235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Janitor сессий, единый normalize_email, безопасный magic-link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действие всей программы — HC-001: убедиться, что мы понимаем реальный продакшн.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games: 35 сценариев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продуманные способы всё сломать — и как это предотвратить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299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данные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RLS-рекурсия, viewer пишет чужое, self-grant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299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OCR-ошибки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Перепутанные числа, единицы, не тот пациент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47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38862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Инъекции из PDF, выдумки, перепутанные профили, опасный совет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3375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447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8862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тот сервер, частичная миграция, битый бэкап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864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Питомцы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53035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Человеческая доза животному, двойная дача, экс-владелец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864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53035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полон, простой БД, утечка экспорта, неполное удаление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монетизации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профиль, полная timeline, базовый AI с safety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6–8 €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профиля, все интеграции, расширенные отчёты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12–15 €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пользователей, роли, семейный dashboard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3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8972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32004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Аддон: устройства, care-tasks, vet-отчёты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5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Запрещено: продажа данных, реклама, тревога ради конверсии. Экспорт всегда бесплатен.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Запускать первым — Personal; Family требует семейного доступа (PHASE-10).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Юнит-экономика (черновые допущения)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~8.8 €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платного (blended)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74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4652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Валовая маржа платного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Платных для покрытия базовой инфры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~187 €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4652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платного при churn 3%/мес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— допущения (жёлтые ячейки в 14-unit-economics.xlsx). Уточнить после реальных цен и замеров себестоимости.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исполнять этот план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 рассчитан на исполнение агентами-ассистентами с проверкой человеком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Маленькие шаги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9202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HC-xxx = один проверяемый PR с тестами и rollback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971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агентов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Архитектор, кодер, VPS-агент, ревьюер — свои промты в 09-agent-prompts/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Преамбула VPS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4023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любой командой на сервере: hostname, IP, путь, ветка, HEAD — иначе STOP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074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Машиночитаемо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50749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10-...yaml задаёт порядок, зависимости и запреты для автоматизации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Начать с фундамента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доверие к данным: верификация продакшна, изоляция, честная документация. Затем — ценность: анализы, динамика, AI с источниками.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START-HERE.md → 01-master-plan → 02-architecture → 10-roadmap.yaml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2026-07-08T15:56:27Z</dcterms:created>
  <dcterms:modified xsi:type="dcterms:W3CDTF">2026-07-08T15:56:27Z</dcterms:modified>
</cp:coreProperties>
</file>